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R&amp;D &lt;Budget&gt;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Salt &amp; pepper cost 5 &lt;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